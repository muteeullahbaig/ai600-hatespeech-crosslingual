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64008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Hate Speech Detection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→ Roman Urdu Transfer Learning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633472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C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Muteeullah Baig  ·  Rana Muhammad Hamza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AI-600 Deep Learning  ·  LUMS Spring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0" cy="51435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" y="146304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STATEMENT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023360"/>
            <a:ext cx="1005840" cy="1005840"/>
          </a:xfrm>
          <a:prstGeom prst="ellipse">
            <a:avLst/>
          </a:prstGeom>
          <a:solidFill>
            <a:srgbClr val="0D9488">
              <a:alpha val="35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88920" y="18288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Roman Urdu?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88920" y="658368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speech detection well-developed for English, severely lacking for Roman Urdu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 Urdu is the dominant informal script on Pakistani social media (mixed EN–UR vocabulary, non-standard orthography)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&amp; contextual hate cues are absent from English training corpora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88920" y="1938528"/>
            <a:ext cx="6126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88920" y="2029968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788920" y="2450592"/>
            <a:ext cx="50292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8920" y="245059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2450592"/>
            <a:ext cx="5532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model capacity (mBERT → XLM-R-large) affect English performance and cross-lingual transfer?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88920" y="3090672"/>
            <a:ext cx="50292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309067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3090672"/>
            <a:ext cx="5532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an English-trained model detect Roman Urdu hate speech zero-shot?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788920" y="3730752"/>
            <a:ext cx="50292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88920" y="373075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83280" y="3730752"/>
            <a:ext cx="5532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K-shot examples and prompt-based fine-tuning mitigate few-shot collapse?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88920" y="4370832"/>
            <a:ext cx="50292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88920" y="43708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83280" y="4370832"/>
            <a:ext cx="5532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transferred model exhibit differential false positive rates across demographic groups?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Description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713232"/>
            <a:ext cx="384048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713232"/>
            <a:ext cx="3840480" cy="475488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13232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 ·  English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252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737360" y="1252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Davidson et al. (2017)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168249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737360" y="16824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tdavidson/hate_speech_offensive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21122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37360" y="211226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21,159 samples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2542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37360" y="25420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2,612 samples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2971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373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5.2%  — severely imbalanced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4015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73736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Binarised: hate vs. non-hate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713232"/>
            <a:ext cx="384048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713232"/>
            <a:ext cx="38404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713232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 ·  Roman Urdu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4920" y="1252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1252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community-datasets/roman_urdu_hate_speech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74920" y="168249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309360" y="16824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74920" y="21122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309360" y="211226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7,208 samples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74920" y="2542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09360" y="25420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samples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74920" y="2971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%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093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53.5%  — nearly balanced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74920" y="34015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0936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Binary: hate / non-hate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4005072"/>
            <a:ext cx="8412480" cy="749808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4005072"/>
            <a:ext cx="8229600" cy="749808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Challenge: </a:t>
            </a:r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5.2% hate (English) vs 53.5% hate (Roman Urdu) — this class distribution mismatch drives the few-shot transfer failure we observe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713232"/>
            <a:ext cx="265176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713232"/>
            <a:ext cx="2651760" cy="9144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179M params · 12 layers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4173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713232"/>
            <a:ext cx="265176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713232"/>
            <a:ext cx="2651760" cy="914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822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XLM-R-base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0" y="1143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 params · 12 layers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0" y="14173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713232"/>
            <a:ext cx="265176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713232"/>
            <a:ext cx="265176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822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XLM-R-large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1143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560M params · 24 layers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35040" y="14173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Model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20299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Protocols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2487168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4505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2724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checkpoint applied directly to Roman Urdu (no Urdu labels)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163824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1272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few-shot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34015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K-shot (K=8/16/32/64) classification head, balanced weights [1.0,1.0]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65760" y="3840480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039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Prompt-based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40782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MLM verbalizer: "{tweet} This text is [MASK]." - maps to hate/normal tokens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937760" y="2029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ML Baselines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937760" y="2450592"/>
            <a:ext cx="384048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74920" y="2514600"/>
            <a:ext cx="3611880" cy="1938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(unigrams + bigrams, 50K features)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FuzzyWuzzy: token set ratio vs hate lexicon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 &amp;  Random Forest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full Urdu training set (7,208 samples)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Ullah et al. (2024) ICONIP methodology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training: class-weighted loss w=[1.0, 8.0] to handle 94.8% non-hate imbalance  ·  fp16  ·  gradient checkpointing on XLM-R-large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Comparison with Baselines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55778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 Urdu Dev Set · 800 samples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40080"/>
                <a:gridCol w="1371600"/>
                <a:gridCol w="1371600"/>
                <a:gridCol w="137160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Hate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  (all models, best)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fine-tuning (XLM-R-large)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Prompt-based fine-tuning 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FuzzyWuzzy + LR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XLM-R-large Supervised (upper bound)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2157984"/>
            <a:ext cx="54864" cy="4297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3959352"/>
            <a:ext cx="1920240" cy="1115568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3959352"/>
            <a:ext cx="19202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(&lt;0.07)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51760" y="3959352"/>
            <a:ext cx="1920240" cy="1115568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51760" y="3959352"/>
            <a:ext cx="19202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FT collapses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(all-hate, K≤32)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800600" y="3959352"/>
            <a:ext cx="1920240" cy="1115568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00600" y="3959352"/>
            <a:ext cx="19202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Prompt-based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+0.22 macro F1 @ K=32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949440" y="3959352"/>
            <a:ext cx="1920240" cy="1115568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3959352"/>
            <a:ext cx="19202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 higher FPR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religious text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04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804672"/>
            <a:ext cx="7818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transfer fails for all models (hate F1 &lt; 0.07). Larger models are harder to transfer due to stronger EN-calibrated bias.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600200"/>
            <a:ext cx="7818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few-shot fine-tuning collapses to all-hate predictions for K ≤ 32, even with balanced class weights. Not a calibration artefact.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395728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395728"/>
            <a:ext cx="7818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Prompt-based fine-tuning mitigates collapse: macro F1 +0.22 at K=32; hate F1 = 0.787 at K=64 vs. 0.715 for standard fine-tuning.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191256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3191256"/>
            <a:ext cx="7818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TF-IDF+FuzzyWuzzy+LR (full data) outperforms all few-shot neural methods — lexical coverage beats cross-lingual transfer when labels are available.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986784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986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986784"/>
            <a:ext cx="7818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Fairness: religion-mentioning text has 5× higher false positive rate (0.143 vs 0.027 overall), reflecting English training data bias.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github.com/MuteeullahBaig/AI600-HateSpeech-CrossLingual  ·  AI-600 LUMS Spring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Cross-Lingual Hate Speech Detection</dc:title>
  <dc:subject>PptxGenJS Presentation</dc:subject>
  <dc:creator>Muteeullah Baig, Rana Muhammad Hamza</dc:creator>
  <cp:lastModifiedBy>Muteeullah Baig, Rana Muhammad Hamza</cp:lastModifiedBy>
  <cp:revision>1</cp:revision>
  <dcterms:created xsi:type="dcterms:W3CDTF">2026-05-19T06:09:58Z</dcterms:created>
  <dcterms:modified xsi:type="dcterms:W3CDTF">2026-05-19T06:09:58Z</dcterms:modified>
</cp:coreProperties>
</file>